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Noto Sans JP" panose="020B0200000000000000" pitchFamily="50" charset="-128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143000"/>
            <a:ext cx="51339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771525" y="2387947"/>
            <a:ext cx="5390673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現場の「少し不便」を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7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 自動化する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71525" y="3769072"/>
            <a:ext cx="51339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Flutterによるシフト・給与管理アプリ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 「ShiftCalc」の開発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71525" y="4736752"/>
            <a:ext cx="51339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350" dirty="0">
                <a:solidFill>
                  <a:srgbClr val="64748B"/>
                </a:solidFill>
                <a:latin typeface="Noto Sans JP"/>
                <a:ea typeface="Noto Sans JP"/>
                <a:sym typeface="Noto Sans JP"/>
              </a:rPr>
              <a:t>小林　健人</a:t>
            </a:r>
            <a:endParaRPr dirty="0"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152525"/>
            <a:ext cx="1718964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461170"/>
            <a:ext cx="3359199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474" y="2461170"/>
            <a:ext cx="3359199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461170"/>
            <a:ext cx="3359199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66800" y="3480345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多忙な学生生活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66800" y="3937545"/>
            <a:ext cx="2768649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学業とアルバイトを両立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スケジュール調整に日々追われる状況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4711749" y="3480345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予定管理の煩雑化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711749" y="3937545"/>
            <a:ext cx="27686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勤務日数やシフトパターンが増加。スケジュールを把握しきれなくなる不便が発生。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56699" y="3480345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手動計算の手間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56699" y="3937545"/>
            <a:ext cx="276864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「今月いくら稼げたか」「目標まであと何時間か」を電卓で手計算する時間的ロス。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880270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1749" y="2880270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6699" y="2880270"/>
            <a:ext cx="26684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962025" y="581025"/>
            <a:ext cx="1098137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1. 開発の背景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71525" y="581025"/>
            <a:ext cx="7620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2670" y="1369665"/>
            <a:ext cx="4577804" cy="4907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503140"/>
            <a:ext cx="5594895" cy="1224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918495"/>
            <a:ext cx="5594895" cy="122485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137945" y="3523208"/>
            <a:ext cx="418661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4403C"/>
                </a:solidFill>
                <a:latin typeface="Noto Sans JP"/>
                <a:ea typeface="Noto Sans JP"/>
                <a:cs typeface="Noto Sans JP"/>
                <a:sym typeface="Noto Sans JP"/>
              </a:rPr>
              <a:t>多機能すぎる既存アプリ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137945" y="3980408"/>
            <a:ext cx="3987254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7534E"/>
                </a:solidFill>
                <a:latin typeface="Noto Sans JP"/>
                <a:ea typeface="Noto Sans JP"/>
                <a:cs typeface="Noto Sans JP"/>
                <a:sym typeface="Noto Sans JP"/>
              </a:rPr>
              <a:t>高機能すぎるアプリは設定手順が多く、毎日の入力ステップが複雑なため、途中で挫折してしまうことが多々ありました。</a:t>
            </a:r>
            <a:endParaRPr/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37945" y="2923133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750" y="2779365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416099" y="2731740"/>
            <a:ext cx="495780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F1239"/>
                </a:solidFill>
                <a:latin typeface="Noto Sans JP"/>
                <a:ea typeface="Noto Sans JP"/>
                <a:cs typeface="Noto Sans JP"/>
                <a:sym typeface="Noto Sans JP"/>
              </a:rPr>
              <a:t>計算の複雑さ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416099" y="3046065"/>
            <a:ext cx="4721721" cy="549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平日と土日で時給が変わる場合の計算が困難</a:t>
            </a:r>
            <a:r>
              <a:rPr lang="en-US" sz="1275" b="0" i="0" u="none" strike="noStrike" cap="none" dirty="0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複雑な給与計算を毎回行うのは面倒</a:t>
            </a:r>
            <a:r>
              <a:rPr lang="en-US" sz="1275" b="0" i="0" u="none" strike="noStrike" cap="none" dirty="0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47750" y="4194720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1416099" y="4147095"/>
            <a:ext cx="495780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F1239"/>
                </a:solidFill>
                <a:latin typeface="Noto Sans JP"/>
                <a:ea typeface="Noto Sans JP"/>
                <a:cs typeface="Noto Sans JP"/>
                <a:sym typeface="Noto Sans JP"/>
              </a:rPr>
              <a:t>入力の手間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416099" y="4461420"/>
            <a:ext cx="4721721" cy="549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実際の勤務時間がズレた際の後からの微調整が</a:t>
            </a:r>
            <a:r>
              <a:rPr lang="ja-JP" altLang="en-US" sz="1275" dirty="0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面倒</a:t>
            </a:r>
            <a:r>
              <a:rPr lang="en-US" sz="1275" b="0" i="0" u="none" strike="noStrike" cap="none" dirty="0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手動の修正コストが大きい</a:t>
            </a:r>
            <a:r>
              <a:rPr lang="en-US" sz="1275" b="0" i="0" u="none" strike="noStrike" cap="none" dirty="0">
                <a:solidFill>
                  <a:srgbClr val="4C0519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962025" y="581025"/>
            <a:ext cx="1098137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2. 現状の課題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771525" y="581025"/>
            <a:ext cx="7620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2670" y="1918245"/>
            <a:ext cx="4577804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394495"/>
            <a:ext cx="559489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2195" y="1927770"/>
            <a:ext cx="4558754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1057275" y="2584995"/>
            <a:ext cx="532457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極限まで無駄を削ぎ落としたコンセプト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057275" y="2918370"/>
            <a:ext cx="507102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手間の最小化と、一目見てすぐに給与がわかる「シームレスな可視化」を軸に設計。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947070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1092249" y="3918495"/>
            <a:ext cx="52741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退勤はワンタップ：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実際の退勤時にボタンを1回押すだけで、予定をリアルタイムに上書きして給与計算。</a:t>
            </a:r>
            <a:endParaRPr/>
          </a:p>
        </p:txBody>
      </p:sp>
      <p:pic>
        <p:nvPicPr>
          <p:cNvPr id="157" name="Google Shape;15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709070"/>
            <a:ext cx="177849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1092249" y="4680495"/>
            <a:ext cx="52741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直感的な連動：</a:t>
            </a: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カレンダーとダッシュボードが常に同期し、一瞬で現在の稼ぎを確認可能。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62025" y="581025"/>
            <a:ext cx="1098137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3. 解決策の提案：「ShiftCalc」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71525" y="581025"/>
            <a:ext cx="7620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18295"/>
            <a:ext cx="335919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474" y="2318295"/>
            <a:ext cx="335919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318295"/>
            <a:ext cx="3359199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1066800" y="3337470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【ホーム】即時確認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66800" y="3794670"/>
            <a:ext cx="27686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起動直後に「今月の見込給料」と「今日の稼ぎ」を最大サイズで表示。モチベーション維持を促進します。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711749" y="3337470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【カレンダー】詳細把握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711749" y="3794670"/>
            <a:ext cx="27686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日ごとの勤務詳細（時間・給与）を一元化。スケジュールと現在の給与予測が完全にリンクします。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356699" y="3337470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【安全制御】自動ロック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356699" y="3794670"/>
            <a:ext cx="27686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予定外の日や退勤済みの日にはボタンを自動でロック。誤タップによる誤判定を物理的に防ぐ安心設計。</a:t>
            </a:r>
            <a:endParaRPr/>
          </a:p>
        </p:txBody>
      </p:sp>
      <p:pic>
        <p:nvPicPr>
          <p:cNvPr id="179" name="Google Shape;17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737395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1749" y="2737395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6699" y="2737395"/>
            <a:ext cx="26684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962025" y="581025"/>
            <a:ext cx="1098137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4. 主要な機能と操作の流れ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771525" y="581025"/>
            <a:ext cx="7620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6352" y="2299245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93502" y="2356395"/>
            <a:ext cx="81319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25430" y="2904083"/>
            <a:ext cx="645467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5430" y="3942308"/>
            <a:ext cx="418951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6613773" y="2904083"/>
            <a:ext cx="50470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複雑な日付処理の効率化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613773" y="3189833"/>
            <a:ext cx="480670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土日の自動識別、時給パターンの自動適用など、不具合が発生しやすい条件分岐の最適化。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387256" y="3942308"/>
            <a:ext cx="52848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状態管理の最適化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387256" y="4228058"/>
            <a:ext cx="50332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複数の画面をまたいだ際に生じやすいデータの矛盾を排除し、滑らかで不整合のないデータ同期を実現。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962025" y="581025"/>
            <a:ext cx="1098137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5. 開発におけるAIの活用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771525" y="581025"/>
            <a:ext cx="7620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18295"/>
            <a:ext cx="335919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6474" y="2318295"/>
            <a:ext cx="335919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1424" y="2318295"/>
            <a:ext cx="3359199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1066800" y="3337470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生活設計の簡略化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066800" y="3794670"/>
            <a:ext cx="27686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手計算の手間やストレスから完全に解放。リアルタイムに見込額がわかるため、支出のコントロールが容易になります。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4711749" y="3337470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毎日続くシンプルさ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4711749" y="3794670"/>
            <a:ext cx="27686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面倒な詳細入力が不要になり、誰でも挫折することなく、アプリによる自己管理を無理なく継続可能にします。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356699" y="3337470"/>
            <a:ext cx="290708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掛け持ち一元管理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8356699" y="3794670"/>
            <a:ext cx="27686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複数のアルバイトの変則時給を設定可能。複数のシフトスケジュールであっても本アプリ1つで集約できます。</a:t>
            </a:r>
            <a:endParaRPr/>
          </a:p>
        </p:txBody>
      </p:sp>
      <p:pic>
        <p:nvPicPr>
          <p:cNvPr id="221" name="Google Shape;22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737395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1749" y="2737395"/>
            <a:ext cx="266848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6699" y="2737395"/>
            <a:ext cx="26684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962025" y="581025"/>
            <a:ext cx="1098137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6. 本アプリのメリット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771525" y="581025"/>
            <a:ext cx="7620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375570"/>
            <a:ext cx="319459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98627" y="3375570"/>
            <a:ext cx="319459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5730" y="3375570"/>
            <a:ext cx="319459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/>
          <p:nvPr/>
        </p:nvSpPr>
        <p:spPr>
          <a:xfrm>
            <a:off x="1303883" y="3289845"/>
            <a:ext cx="9583935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2225873" y="286122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952976" y="286122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9680078" y="286122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1268015" y="3613695"/>
            <a:ext cx="25829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成果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1009650" y="4013745"/>
            <a:ext cx="271834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身近な不便をFlutter技術で解決。手軽さと即時性を重視した「動くプロトタイプ」を形にできました。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4995118" y="3613695"/>
            <a:ext cx="25829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今後の課題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4736752" y="4013745"/>
            <a:ext cx="271834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ローカル環境での一時保持から、ローカルデータベースやクラウド連携を用いた「完全なデータの永続化」の実装。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8722221" y="3613695"/>
            <a:ext cx="25829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展望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8463855" y="4013745"/>
            <a:ext cx="271834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月ごと・アルバイトごとの「収入推移のビジュアルグラフ化」など、多角的な分析機能の実装を目指す。</a:t>
            </a:r>
            <a:endParaRPr/>
          </a:p>
        </p:txBody>
      </p:sp>
      <p:pic>
        <p:nvPicPr>
          <p:cNvPr id="248" name="Google Shape;24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3651795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6752" y="3651795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3855" y="3651795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962025" y="581025"/>
            <a:ext cx="1098137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7. まとめと今後の展望</a:t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771525" y="581025"/>
            <a:ext cx="7620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2860167" y="3021901"/>
            <a:ext cx="72580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EA5E9"/>
                </a:solidFill>
                <a:latin typeface="Noto Sans JP"/>
                <a:ea typeface="Noto Sans JP"/>
                <a:cs typeface="Noto Sans JP"/>
                <a:sym typeface="Noto Sans JP"/>
              </a:rPr>
              <a:t>ご清聴ありがとうございました</a:t>
            </a:r>
            <a:r>
              <a:rPr lang="en-US" sz="3600" b="1" i="0" u="none" strike="noStrike" cap="none" dirty="0">
                <a:solidFill>
                  <a:srgbClr val="0EA5E9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ワイド画面</PresentationFormat>
  <Paragraphs>52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Arial</vt:lpstr>
      <vt:lpstr>Calibri</vt:lpstr>
      <vt:lpstr>Noto Sans JP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小林 健人(zeal23418160)</cp:lastModifiedBy>
  <cp:revision>2</cp:revision>
  <dcterms:modified xsi:type="dcterms:W3CDTF">2026-07-14T06:21:58Z</dcterms:modified>
</cp:coreProperties>
</file>