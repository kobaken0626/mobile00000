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Noto Sans JP" panose="020B0200000000000000" pitchFamily="50" charset="-128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143000"/>
            <a:ext cx="5133975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/>
        </p:nvSpPr>
        <p:spPr>
          <a:xfrm>
            <a:off x="771525" y="2387947"/>
            <a:ext cx="5390673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現場の「少し不便」を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 自動化する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3769072"/>
            <a:ext cx="5133975" cy="58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Flutterによるシフト・給与管理アプリ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 「ShiftCalc」の開発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71525" y="4736752"/>
            <a:ext cx="51339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dirty="0">
                <a:solidFill>
                  <a:srgbClr val="64748B"/>
                </a:solidFill>
                <a:latin typeface="Noto Sans JP"/>
                <a:ea typeface="Noto Sans JP"/>
                <a:sym typeface="Noto Sans JP"/>
              </a:rPr>
              <a:t>小林　健人</a:t>
            </a:r>
            <a:endParaRPr dirty="0"/>
          </a:p>
        </p:txBody>
      </p:sp>
      <p:pic>
        <p:nvPicPr>
          <p:cNvPr id="94" name="Google Shape;94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96025" y="1152525"/>
            <a:ext cx="1718964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461170"/>
            <a:ext cx="3359199" cy="27241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66800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多忙な学生生活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37545"/>
            <a:ext cx="2768649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学業とアルバイトを両立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スケジュール調整に日々追われる状況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4711749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予定管理の煩雑化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4711749" y="3937545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勤務日数やシフトパターンが増加。スケジュールを把握しきれなくなる不便が発生。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8356699" y="3480345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手動計算の手間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356699" y="3937545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「今月いくら稼げたか」「目標まであと何時間か」を電卓で手計算する時間的ロス。</a:t>
            </a:r>
            <a:endParaRPr/>
          </a:p>
        </p:txBody>
      </p:sp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880270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1. 開発の背景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2670" y="1369665"/>
            <a:ext cx="4577804" cy="4907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2503140"/>
            <a:ext cx="5594895" cy="1224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1525" y="3918495"/>
            <a:ext cx="5594895" cy="122485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7137945" y="3523208"/>
            <a:ext cx="4186617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4403C"/>
                </a:solidFill>
                <a:latin typeface="Noto Sans JP"/>
                <a:ea typeface="Noto Sans JP"/>
                <a:cs typeface="Noto Sans JP"/>
                <a:sym typeface="Noto Sans JP"/>
              </a:rPr>
              <a:t>多機能すぎる既存アプリ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7137945" y="3980408"/>
            <a:ext cx="398725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57534E"/>
                </a:solidFill>
                <a:latin typeface="Noto Sans JP"/>
                <a:ea typeface="Noto Sans JP"/>
                <a:cs typeface="Noto Sans JP"/>
                <a:sym typeface="Noto Sans JP"/>
              </a:rPr>
              <a:t>高機能すぎるアプリは設定手順が多く、毎日の入力ステップが複雑なため、途中で挫折してしまうことが多々ありました。</a:t>
            </a:r>
            <a:endParaRPr/>
          </a:p>
        </p:txBody>
      </p:sp>
      <p:pic>
        <p:nvPicPr>
          <p:cNvPr id="132" name="Google Shape;13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37945" y="2923133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47750" y="2779365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1416099" y="2731740"/>
            <a:ext cx="495780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F1239"/>
                </a:solidFill>
                <a:latin typeface="Noto Sans JP"/>
                <a:ea typeface="Noto Sans JP"/>
                <a:cs typeface="Noto Sans JP"/>
                <a:sym typeface="Noto Sans JP"/>
              </a:rPr>
              <a:t>計算の複雑さ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1416099" y="3046065"/>
            <a:ext cx="4721721" cy="549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平日と土日で時給が変わる場合の計算が困難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複雑な給与計算を毎回行うのは面倒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pic>
        <p:nvPicPr>
          <p:cNvPr id="136" name="Google Shape;136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7750" y="419472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5"/>
          <p:cNvSpPr txBox="1"/>
          <p:nvPr/>
        </p:nvSpPr>
        <p:spPr>
          <a:xfrm>
            <a:off x="1416099" y="4147095"/>
            <a:ext cx="495780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F1239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入力の手間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416099" y="4461420"/>
            <a:ext cx="4721721" cy="549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実際の勤務時間がズレた際の後からの微調整が</a:t>
            </a:r>
            <a:r>
              <a:rPr lang="ja-JP" altLang="en-US" sz="1275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面倒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手動の修正コストが大きい</a:t>
            </a:r>
            <a:r>
              <a:rPr lang="en-US" sz="1275" b="0" i="0" u="none" strike="noStrike" cap="none" dirty="0">
                <a:solidFill>
                  <a:srgbClr val="4C0519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39" name="Google Shape;139;p15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2. 現状の課題</a:t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2670" y="1918245"/>
            <a:ext cx="4577804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2394495"/>
            <a:ext cx="5594895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52195" y="1927770"/>
            <a:ext cx="4558754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1057275" y="2584995"/>
            <a:ext cx="5324571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極限まで無駄を削ぎ落としたコンセプト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57275" y="2918370"/>
            <a:ext cx="507102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手間の最小化と、一目見てすぐに給与がわかる「シームレスな可視化」を軸に設計。</a:t>
            </a:r>
            <a:endParaRPr/>
          </a:p>
        </p:txBody>
      </p:sp>
      <p:pic>
        <p:nvPicPr>
          <p:cNvPr id="155" name="Google Shape;155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1525" y="394707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1092249" y="3918495"/>
            <a:ext cx="527417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退勤はワンタップ：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実際の退勤時にボタンを1回押すだけで、予定をリアルタイムに上書きして給与計算。</a:t>
            </a:r>
            <a:endParaRPr/>
          </a:p>
        </p:txBody>
      </p:sp>
      <p:pic>
        <p:nvPicPr>
          <p:cNvPr id="157" name="Google Shape;157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1525" y="4709070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1092249" y="4680495"/>
            <a:ext cx="527417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直感的な連動：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カレンダーとダッシュボードが常に同期し、一瞬で現在の稼ぎを確認可能。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3. 解決策の提案：「ShiftCalc」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7"/>
          <p:cNvSpPr txBox="1"/>
          <p:nvPr/>
        </p:nvSpPr>
        <p:spPr>
          <a:xfrm>
            <a:off x="1066800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【ホーム】即時確認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1066800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起動直後に「今月の見込給料」と「今日の稼ぎ」を最大サイズで表示。モチベーション維持を促進します。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471174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【カレンダー】詳細把握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471174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日ごとの勤務詳細（時間・給与）を一元化。スケジュールと現在の給与予測が完全にリンクします。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835669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【安全制御】自動ロック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35669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予定外の日や退勤済みの日にはボタンを自動でロック。誤タップによる誤判定を物理的に防ぐ安心設計。</a:t>
            </a:r>
            <a:endParaRPr/>
          </a:p>
        </p:txBody>
      </p:sp>
      <p:pic>
        <p:nvPicPr>
          <p:cNvPr id="179" name="Google Shape;17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4. 主要な機能と操作の流れ</a:t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36352" y="2299245"/>
            <a:ext cx="3048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93502" y="2356395"/>
            <a:ext cx="813196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25430" y="2904083"/>
            <a:ext cx="645467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25430" y="3942308"/>
            <a:ext cx="418951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8"/>
          <p:cNvSpPr txBox="1"/>
          <p:nvPr/>
        </p:nvSpPr>
        <p:spPr>
          <a:xfrm>
            <a:off x="6613773" y="2904083"/>
            <a:ext cx="504703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複雑な日付処理の効率化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613773" y="3189833"/>
            <a:ext cx="480670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土日の自動識別、時給パターンの自動適用など、不具合が発生しやすい条件分岐の最適化。</a:t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6387256" y="3942308"/>
            <a:ext cx="52848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状態管理の最適化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6387256" y="4228058"/>
            <a:ext cx="5033218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複数の画面をまたいだ際に生じやすいデータの矛盾を排除し、滑らかで不整合のないデータ同期を実現。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5. 開発におけるAIの活用</a:t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647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424" y="2318295"/>
            <a:ext cx="3359199" cy="30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9"/>
          <p:cNvSpPr txBox="1"/>
          <p:nvPr/>
        </p:nvSpPr>
        <p:spPr>
          <a:xfrm>
            <a:off x="1066800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生活設計の簡略化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1066800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手計算の手間やストレスから完全に解放。リアルタイムに見込額がわかるため、支出のコントロールが容易になります。</a:t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471174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毎日続くシンプルさ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471174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面倒な詳細入力が不要になり、誰でも挫折することなく、アプリによる自己管理を無理なく継続可能にします。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8356699" y="3337470"/>
            <a:ext cx="290708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掛け持ち一元管理</a:t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8356699" y="3794670"/>
            <a:ext cx="276864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複数のアルバイトの変則時給を設定可能。複数のシフトスケジュールであっても本アプリ1つで集約できます。</a:t>
            </a:r>
            <a:endParaRPr/>
          </a:p>
        </p:txBody>
      </p:sp>
      <p:pic>
        <p:nvPicPr>
          <p:cNvPr id="221" name="Google Shape;221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6800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174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56699" y="2737395"/>
            <a:ext cx="266848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6. 本アプリのメリット</a:t>
            </a:r>
            <a:endParaRPr/>
          </a:p>
        </p:txBody>
      </p:sp>
      <p:sp>
        <p:nvSpPr>
          <p:cNvPr id="225" name="Google Shape;225;p19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3375570"/>
            <a:ext cx="3194595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98627" y="3375570"/>
            <a:ext cx="3194595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25730" y="3375570"/>
            <a:ext cx="3194595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/>
          <p:nvPr/>
        </p:nvSpPr>
        <p:spPr>
          <a:xfrm>
            <a:off x="1303883" y="3289845"/>
            <a:ext cx="9583935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2225873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952976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9680078" y="286122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47625" cap="flat" cmpd="sng">
            <a:solidFill>
              <a:srgbClr val="0EA5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1268015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成果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1009650" y="4013745"/>
            <a:ext cx="271834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身近な不便をFlutter技術で解決。手軽さと即時性を重視した「動くプロトタイプ」を形にできました。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4995118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今後の課題</a:t>
            </a:r>
            <a:endParaRPr/>
          </a:p>
        </p:txBody>
      </p:sp>
      <p:sp>
        <p:nvSpPr>
          <p:cNvPr id="245" name="Google Shape;245;p20"/>
          <p:cNvSpPr txBox="1"/>
          <p:nvPr/>
        </p:nvSpPr>
        <p:spPr>
          <a:xfrm>
            <a:off x="4736752" y="4013745"/>
            <a:ext cx="271834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ローカル環境での一時保持から、ローカルデータベースやクラウド連携を用いた「完全なデータの永続化」の実装。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8722221" y="3613695"/>
            <a:ext cx="258297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展望</a:t>
            </a:r>
            <a:endParaRPr/>
          </a:p>
        </p:txBody>
      </p:sp>
      <p:sp>
        <p:nvSpPr>
          <p:cNvPr id="247" name="Google Shape;247;p20"/>
          <p:cNvSpPr txBox="1"/>
          <p:nvPr/>
        </p:nvSpPr>
        <p:spPr>
          <a:xfrm>
            <a:off x="8463855" y="4013745"/>
            <a:ext cx="271834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月ごと・アルバイトごとの「収入推移のビジュアルグラフ化」など、多角的な分析機能の実装を目指す。</a:t>
            </a:r>
            <a:endParaRPr/>
          </a:p>
        </p:txBody>
      </p:sp>
      <p:pic>
        <p:nvPicPr>
          <p:cNvPr id="248" name="Google Shape;248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9650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36752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3855" y="3651795"/>
            <a:ext cx="16311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0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7. まとめと今後の展望</a:t>
            </a:r>
            <a:endParaRPr/>
          </a:p>
        </p:txBody>
      </p:sp>
      <p:sp>
        <p:nvSpPr>
          <p:cNvPr id="252" name="Google Shape;252;p20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1"/>
          <p:cNvSpPr txBox="1"/>
          <p:nvPr/>
        </p:nvSpPr>
        <p:spPr>
          <a:xfrm>
            <a:off x="5275897" y="2366962"/>
            <a:ext cx="164020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おわりに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3057525" y="3033712"/>
            <a:ext cx="60769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使う人に寄り添った、実用的なものづくりを目指して</a:t>
            </a:r>
            <a:endParaRPr/>
          </a:p>
        </p:txBody>
      </p:sp>
      <p:sp>
        <p:nvSpPr>
          <p:cNvPr id="264" name="Google Shape;264;p21"/>
          <p:cNvSpPr txBox="1"/>
          <p:nvPr/>
        </p:nvSpPr>
        <p:spPr>
          <a:xfrm>
            <a:off x="2466975" y="3881437"/>
            <a:ext cx="72580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EA5E9"/>
                </a:solidFill>
                <a:latin typeface="Noto Sans JP"/>
                <a:ea typeface="Noto Sans JP"/>
                <a:cs typeface="Noto Sans JP"/>
                <a:sym typeface="Noto Sans JP"/>
              </a:rPr>
              <a:t>ご清聴ありがとうございました。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2"/>
          <p:cNvSpPr txBox="1"/>
          <p:nvPr/>
        </p:nvSpPr>
        <p:spPr>
          <a:xfrm>
            <a:off x="4160914" y="3505200"/>
            <a:ext cx="3870171" cy="69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質疑応答 (Q&amp;A)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3867150" y="4391025"/>
            <a:ext cx="4457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ご質問、ご意見などをお聞かせください。</a:t>
            </a:r>
            <a:endParaRPr/>
          </a:p>
        </p:txBody>
      </p:sp>
      <p:pic>
        <p:nvPicPr>
          <p:cNvPr id="276" name="Google Shape;27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25417" y="2209800"/>
            <a:ext cx="741015" cy="95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3"/>
          <p:cNvSpPr/>
          <p:nvPr/>
        </p:nvSpPr>
        <p:spPr>
          <a:xfrm>
            <a:off x="771525" y="2670720"/>
            <a:ext cx="10648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3"/>
          <p:cNvSpPr/>
          <p:nvPr/>
        </p:nvSpPr>
        <p:spPr>
          <a:xfrm>
            <a:off x="771525" y="3442245"/>
            <a:ext cx="10648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3"/>
          <p:cNvSpPr/>
          <p:nvPr/>
        </p:nvSpPr>
        <p:spPr>
          <a:xfrm>
            <a:off x="771525" y="3432720"/>
            <a:ext cx="10648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771525" y="3432720"/>
            <a:ext cx="10648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771525" y="4204245"/>
            <a:ext cx="10648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3"/>
          <p:cNvSpPr/>
          <p:nvPr/>
        </p:nvSpPr>
        <p:spPr>
          <a:xfrm>
            <a:off x="771525" y="4204245"/>
            <a:ext cx="10648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81359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 txBox="1"/>
          <p:nvPr/>
        </p:nvSpPr>
        <p:spPr>
          <a:xfrm>
            <a:off x="1866900" y="2820739"/>
            <a:ext cx="9553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https://assets.justinmind.com/wp-content/uploads/2020/08/music-player-mobile-app.png</a:t>
            </a:r>
            <a:endParaRPr/>
          </a:p>
        </p:txBody>
      </p:sp>
      <p:sp>
        <p:nvSpPr>
          <p:cNvPr id="294" name="Google Shape;294;p23"/>
          <p:cNvSpPr txBox="1"/>
          <p:nvPr/>
        </p:nvSpPr>
        <p:spPr>
          <a:xfrm>
            <a:off x="1866900" y="3054101"/>
            <a:ext cx="9553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www.justinmind.com</a:t>
            </a:r>
            <a:endParaRPr/>
          </a:p>
        </p:txBody>
      </p:sp>
      <p:pic>
        <p:nvPicPr>
          <p:cNvPr id="295" name="Google Shape;295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358512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3"/>
          <p:cNvSpPr txBox="1"/>
          <p:nvPr/>
        </p:nvSpPr>
        <p:spPr>
          <a:xfrm>
            <a:off x="1866900" y="3592264"/>
            <a:ext cx="9553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https://cdn.dribbble.com/userupload/45847562/file/4fb07d5762d9656d296319fafdc8aa34?resize=1600x1200</a:t>
            </a:r>
            <a:endParaRPr/>
          </a:p>
        </p:txBody>
      </p:sp>
      <p:sp>
        <p:nvSpPr>
          <p:cNvPr id="297" name="Google Shape;297;p23"/>
          <p:cNvSpPr txBox="1"/>
          <p:nvPr/>
        </p:nvSpPr>
        <p:spPr>
          <a:xfrm>
            <a:off x="1866900" y="3825626"/>
            <a:ext cx="9553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dribbble.com</a:t>
            </a:r>
            <a:endParaRPr/>
          </a:p>
        </p:txBody>
      </p:sp>
      <p:pic>
        <p:nvPicPr>
          <p:cNvPr id="298" name="Google Shape;29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1525" y="435664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3"/>
          <p:cNvSpPr txBox="1"/>
          <p:nvPr/>
        </p:nvSpPr>
        <p:spPr>
          <a:xfrm>
            <a:off x="1866900" y="4363789"/>
            <a:ext cx="9553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https://itbrief.co.nz/uploads/story/2025/11/14/compatible_software-developers-collaborating-ai-icons-computers-design-sketches-teamwork-coding-strategy.jpg</a:t>
            </a:r>
            <a:endParaRPr/>
          </a:p>
        </p:txBody>
      </p:sp>
      <p:sp>
        <p:nvSpPr>
          <p:cNvPr id="300" name="Google Shape;300;p23"/>
          <p:cNvSpPr txBox="1"/>
          <p:nvPr/>
        </p:nvSpPr>
        <p:spPr>
          <a:xfrm>
            <a:off x="1866900" y="4597151"/>
            <a:ext cx="9553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itbrief.co.nz</a:t>
            </a:r>
            <a:endParaRPr/>
          </a:p>
        </p:txBody>
      </p:sp>
      <p:sp>
        <p:nvSpPr>
          <p:cNvPr id="301" name="Google Shape;301;p23"/>
          <p:cNvSpPr txBox="1"/>
          <p:nvPr/>
        </p:nvSpPr>
        <p:spPr>
          <a:xfrm>
            <a:off x="962025" y="581025"/>
            <a:ext cx="10981372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Image Sources</a:t>
            </a: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771525" y="581025"/>
            <a:ext cx="76200" cy="50289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</Words>
  <Application>Microsoft Office PowerPoint</Application>
  <PresentationFormat>ワイド画面</PresentationFormat>
  <Paragraphs>63</Paragraphs>
  <Slides>11</Slides>
  <Notes>11</Notes>
  <HiddenSlides>2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Arial</vt:lpstr>
      <vt:lpstr>Noto Sans JP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小林 健人(zeal23418160)</cp:lastModifiedBy>
  <cp:revision>1</cp:revision>
  <dcterms:modified xsi:type="dcterms:W3CDTF">2026-07-08T05:48:51Z</dcterms:modified>
</cp:coreProperties>
</file>