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3E433-3B01-129B-AA31-F818E311A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1D9F3C-AE43-6A05-DD4F-8E4EE176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B2B28E-4262-D640-BE66-B340FCCD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9357BE-FB21-AD8F-69A1-4C7BDD93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550E6B-84A7-EFFD-47BB-2D19EF0A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60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05F678-71F7-9019-D59A-825564E1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F3DB4D-47C1-4544-B5A8-6BDE7752E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ECE48B-80F8-E1A2-502D-89F82C74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76D4E2-E626-F2E0-8169-281CBFCC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60AA54-1F6F-E646-B6C2-F6F2D5B4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40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2F9BBF-CBA9-450C-D498-7A34017D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C0A1E2-EDBB-41E6-2C43-FD01E3F09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577B54-36C9-0887-CC75-F60A9DA0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58DDA7-56BB-6F10-9324-21BD613D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134A66-12DE-2F9B-58B3-41D5DF16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90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62F1E9-9656-E257-76D1-C95727AC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A0DF28-3EE5-468C-C0D1-0FDF663F1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753B4-F2E4-06D3-AC6A-2B2E1B178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5A5D43-B120-4CC1-CD3E-3185304C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946D09-8799-A880-B94A-383B3520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5F80A5-CCEF-B466-F2EE-654BC194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33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2CE42-0903-3B73-AB13-2AC6E332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6A6EC1-A91C-0FDF-E0D6-8B1E47FAC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8A4B0D-2C6A-72E8-EDB5-ABF7043B3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F88A74-EFAF-D421-4E77-CBC31EE3C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FC3CCD5-D5AE-A402-8EF3-144681E2D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7000124-70AA-81E8-34CE-66FC3E11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1DA6AA0-874B-32BE-EB39-7B3F1C22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ADBF4C-38E5-FB84-1AC4-B2F2620F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85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A0689-4C06-49D8-8367-F1C74540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80EDEA6-873E-6967-540A-C5CCB733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8DDBBD4-DB0F-9906-BAA5-0706FFDA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0DAD83-FFB2-688E-7927-04BC58A9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80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0F41D38-E356-6BC3-AAC7-4D5B7A423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576DF0B-CBE0-5D60-9982-5A9CB364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8620C6-7BCF-7AFB-B3A3-35D15FE0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81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3F5CD5-DED4-EBBC-09EB-86655FBA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134FA6-3CD6-A435-DD98-6EC15D83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6E0D88-C148-0CA1-46B9-76E2910FF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9518C6-E6D2-C54D-8E7E-B20BFD9E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5B3834-74DB-9136-5AD9-7E637425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12692E-D96F-3995-6F2A-F9659C6B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11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6F6185-01C7-E3E7-0B0E-5843F5D9D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A68916-EB28-C8E4-012B-E662A08B0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893F66-2C6B-6621-0B12-76DC83D74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5A9C39-234D-D965-D348-86989721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758A5B-0951-110D-E4DC-EC585D0E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E62B2F-194A-E6CA-4A2B-DEB7F102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8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1875A-BC8A-5631-7472-0DF989F9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94B3A3-73B8-521F-C2AD-6B78705CA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72848-A9E8-DA69-B473-DE2D9246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9410E3-47F0-F904-465F-AB4834C5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92A87F-13C3-309B-F5AB-3AC9DB06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63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E0E9DF-F0FE-596C-ECF4-13D3CE797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C550A0-B3CF-7AF9-14B8-0ED84D09A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70C498-382C-9891-7595-B4821EBC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FCE3F3-B5DF-B707-E93A-D5537B5C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26CFC6-671A-20E6-EDFB-E33613DE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23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134CD2-DABA-F797-8115-DAF3D952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4F8B8-88FB-B6F0-A9CB-8902EDCE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F0CCC9-B297-D4E4-9A17-773F0A045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0F790-B499-46FC-9D15-AA3DB94DA2F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54CF60-C1F6-BF9E-BD8F-87CFF8A3B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77FF25-EF86-663A-2418-348479EAF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FEE12-13E1-4531-A5CB-AB49192B39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44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DDAE7A-19C6-FC6A-2070-E5800F62F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0E3EB6-400D-1879-53D2-B63E98AFEE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02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 健人(zeal23418160)</dc:creator>
  <cp:lastModifiedBy>小林 健人(zeal23418160)</cp:lastModifiedBy>
  <cp:revision>1</cp:revision>
  <dcterms:created xsi:type="dcterms:W3CDTF">2026-07-01T05:38:00Z</dcterms:created>
  <dcterms:modified xsi:type="dcterms:W3CDTF">2026-07-01T05:38:20Z</dcterms:modified>
</cp:coreProperties>
</file>